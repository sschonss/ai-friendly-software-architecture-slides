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75733593714b82" /><Relationship Type="http://schemas.openxmlformats.org/officeDocument/2006/relationships/extended-properties" Target="/docProps/app.xml" Id="Rb19193ebdb554129" /><Relationship Type="http://schemas.openxmlformats.org/officeDocument/2006/relationships/officeDocument" Target="/ppt/presentation.xml" Id="Rccaf36f007934e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a0d1f2b55b4756"/>
  </p:sldMasterIdLst>
  <p:notesMasterIdLst>
    <p:notesMasterId xmlns:r="http://schemas.openxmlformats.org/officeDocument/2006/relationships" r:id="R2e7879972b7f4e2e"/>
  </p:notesMasterIdLst>
  <p:sldIdLst>
    <p:sldId xmlns:r="http://schemas.openxmlformats.org/officeDocument/2006/relationships" id="256" r:id="R97657bc5c09043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e97cdbfc9a4fb4" /><Relationship Type="http://schemas.openxmlformats.org/officeDocument/2006/relationships/slideMaster" Target="/ppt/slideMasters/slideMaster1.xml" Id="R15a0d1f2b55b4756" /><Relationship Type="http://schemas.openxmlformats.org/officeDocument/2006/relationships/notesMaster" Target="/ppt/notesMasters/notesMaster1.xml" Id="R2e7879972b7f4e2e" /><Relationship Type="http://schemas.openxmlformats.org/officeDocument/2006/relationships/presProps" Target="/ppt/presProps.xml" Id="Re4a6f7c01deb472d" /><Relationship Type="http://schemas.openxmlformats.org/officeDocument/2006/relationships/tableStyles" Target="/ppt/tableStyles.xml" Id="R1dc287229a4a4b81" /><Relationship Type="http://schemas.openxmlformats.org/officeDocument/2006/relationships/slide" Target="/ppt/slides/slide1.xml" Id="R97657bc5c09043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6c5eac30ab4c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748c50160f45fa" /><Relationship Type="http://schemas.openxmlformats.org/officeDocument/2006/relationships/notesMaster" Target="/ppt/notesMasters/notesMaster1.xml" Id="R6b2923ba10b642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https://www.canva.com/create/ai-presentations/ | https://www.beautiful.ai/presentations | https://gamma.app/ . Recomendações são uma síntese editorial, não uma comparação exaustiva de preços.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e3e012f9c42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292a457c3b437f" /><Relationship Type="http://schemas.openxmlformats.org/officeDocument/2006/relationships/slideLayout" Target="/ppt/slideLayouts/slideLayout1.xml" Id="R8832d54714534d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32d54714534d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500a3d20f455d" /><Relationship Type="http://schemas.openxmlformats.org/officeDocument/2006/relationships/notesSlide" Target="/ppt/notesSlides/notesSlide1.xml" Id="R54edae05dca548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4AA781-3B9D-4CF8-86BF-7AFCA9EC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52B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8252B"/>
                </a:solidFill>
                <a:latin typeface="Aptos"/>
                <a:ea typeface="Aptos"/>
                <a:cs typeface="Aptos"/>
              </a:rPr>
              <a:t>Ferramentas para criar slides bonitos e padronizados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5520C-BF23-479D-BF58-64726D61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7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B676D"/>
                </a:solidFill>
                <a:latin typeface="Aptos"/>
                <a:ea typeface="Aptos"/>
                <a:cs typeface="Aptos"/>
              </a:rPr>
              <a:t>A escolha depende de quanto você quer automatizar e de quanto controle visual precisa manter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C2603-1B03-457F-AB6C-A62100BE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048000" cy="3333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AF39A-354E-4C06-9E76-8FE872D0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0480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7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3DB62-634B-4E96-B5B7-8CB825ED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5C7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5C75"/>
                </a:solidFill>
                <a:latin typeface="Aptos"/>
                <a:ea typeface="Aptos"/>
                <a:cs typeface="Aptos"/>
              </a:rPr>
              <a:t>CANVA 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BAFAA-8392-4F58-AE89-57500C0B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52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252B"/>
                </a:solidFill>
                <a:latin typeface="Aptos"/>
                <a:ea typeface="Aptos"/>
                <a:cs typeface="Aptos"/>
              </a:rPr>
              <a:t>Melhor ponto de partida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54B9E-93E3-477D-9E73-52777F6E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6545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6545A"/>
                </a:solidFill>
                <a:latin typeface="Aptos"/>
                <a:ea typeface="Aptos"/>
                <a:cs typeface="Aptos"/>
              </a:rPr>
              <a:t>Modelos prontos + IA + Brand Kit. Você cria um padrão visual e reaproveita em vários decks.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9474B-D878-4AF4-A0AF-15DFA7C7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817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5C7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7E0DD-D65E-4C78-BE33-A7F28688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Minha recomendação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5F2B2-CCB8-421B-A5F5-27A62C63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57375"/>
            <a:ext cx="3048000" cy="3333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3C25D-222F-4B5C-B053-F4DFA515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57375"/>
            <a:ext cx="30480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67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8B5D1-D0DC-48EB-80AE-2BD4FA9A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526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D67F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D67F2"/>
                </a:solidFill>
                <a:latin typeface="Aptos"/>
                <a:ea typeface="Aptos"/>
                <a:cs typeface="Aptos"/>
              </a:rPr>
              <a:t>BEAUTIFUL.AI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5A0AE-5501-4908-A617-F14E1B1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52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252B"/>
                </a:solidFill>
                <a:latin typeface="Aptos"/>
                <a:ea typeface="Aptos"/>
                <a:cs typeface="Aptos"/>
              </a:rPr>
              <a:t>Mais consistência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B3F61-9366-4DE0-9796-05F6FDE3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6545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6545A"/>
                </a:solidFill>
                <a:latin typeface="Aptos"/>
                <a:ea typeface="Aptos"/>
                <a:cs typeface="Aptos"/>
              </a:rPr>
              <a:t>Layouts inteligentes que se ajustam sozinhos. Ótimo quando o time precisa seguir regras.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7CDEC-ECAC-4558-8928-D2B0F828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4817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D67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140D2-D74C-437A-9A05-6FBD36CE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Mais “à prova de erro”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C8CF8-16A2-4BCC-9F33-7EC8D7FA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57375"/>
            <a:ext cx="3048000" cy="3333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2E2C1-BF3B-4111-BA12-17C48520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57375"/>
            <a:ext cx="30480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8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72C39-71D2-4FC7-87DC-E6A1924F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5A68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35A68A"/>
                </a:solidFill>
                <a:latin typeface="Aptos"/>
                <a:ea typeface="Aptos"/>
                <a:cs typeface="Aptos"/>
              </a:rPr>
              <a:t>GAMMA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0D502-E0D5-48F7-BB61-8B66AE4D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14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52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8252B"/>
                </a:solidFill>
                <a:latin typeface="Aptos"/>
                <a:ea typeface="Aptos"/>
                <a:cs typeface="Aptos"/>
              </a:rPr>
              <a:t>Mais velocidade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5011C-FC95-4365-9F8F-E213DE1E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861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6545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6545A"/>
                </a:solidFill>
                <a:latin typeface="Aptos"/>
                <a:ea typeface="Aptos"/>
                <a:cs typeface="Aptos"/>
              </a:rPr>
              <a:t>Você cola um texto ou escreve um prompt e recebe um rascunho visual em poucos minutos.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F0C43-E5E3-4C00-82C1-D1461EA2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4817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5A68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1366C-2DE8-4E7B-A470-3F282321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Mais rápido para começar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72D2B-A426-40E0-A68D-CCEECB46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252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8252B"/>
                </a:solidFill>
                <a:latin typeface="Aptos"/>
                <a:ea typeface="Aptos"/>
                <a:cs typeface="Aptos"/>
              </a:rPr>
              <a:t>Padrão simples para repetir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C9C2EA-706E-494D-9269-CBC39D9D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8252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8252B"/>
                </a:solidFill>
                <a:latin typeface="Aptos"/>
                <a:ea typeface="Aptos"/>
                <a:cs typeface="Aptos"/>
              </a:rPr>
              <a:t>1 prompt → 1 template mestre → 1 revisão de conteúdo → exportar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3878B-C3E1-4BA3-82F5-339B8319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B67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B676D"/>
                </a:solidFill>
                <a:latin typeface="Aptos"/>
                <a:ea typeface="Aptos"/>
                <a:cs typeface="Aptos"/>
              </a:rPr>
              <a:t>Comece com 5 layouts fixos: capa, problema, comparação, processo e conclusão.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28FD4-2CDB-4801-B880-BC2AE580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3531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1">
                <a:solidFill>
                  <a:srgbClr val="7A858A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7A858A"/>
                </a:solidFill>
                <a:latin typeface="Aptos"/>
                <a:ea typeface="Aptos"/>
                <a:cs typeface="Aptos"/>
              </a:rPr>
              <a:t>Fontes: Canva, Beautiful.ai e Gamma (páginas oficiais consultadas em 28/09/2026)</a:t>
            </a:r>
          </a:p>
        </p:txBody>
      </p:sp>
    </p:spTree>
    <p:extLst>
      <p:ext uri="{BB962C8B-B14F-4D97-AF65-F5344CB8AC3E}">
        <p14:creationId xmlns:p14="http://schemas.microsoft.com/office/powerpoint/2010/main" val="481015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2026-09-28T17:54:33.0930000Z</dcterms:created>
  <dcterms:modified xsi:type="dcterms:W3CDTF">2026-09-28T17:54:33.0930000Z</dcterms:modified>
</coreProperties>
</file>